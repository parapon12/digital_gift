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48518D-8DD7-4BED-9882-A501F3E8BEA3}" v="4" dt="2026-09-14T06:01:54.5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apon Kammathan" userId="2681aeb867866bc0" providerId="LiveId" clId="{69BD3C8A-7080-47FB-9C93-0E0DAC37A46D}"/>
    <pc:docChg chg="custSel addSld delSld modSld">
      <pc:chgData name="Parapon Kammathan" userId="2681aeb867866bc0" providerId="LiveId" clId="{69BD3C8A-7080-47FB-9C93-0E0DAC37A46D}" dt="2026-09-14T06:02:08.089" v="76" actId="14100"/>
      <pc:docMkLst>
        <pc:docMk/>
      </pc:docMkLst>
      <pc:sldChg chg="addSp delSp modSp add mod delAnim modAnim">
        <pc:chgData name="Parapon Kammathan" userId="2681aeb867866bc0" providerId="LiveId" clId="{69BD3C8A-7080-47FB-9C93-0E0DAC37A46D}" dt="2026-09-14T06:02:08.089" v="76" actId="14100"/>
        <pc:sldMkLst>
          <pc:docMk/>
          <pc:sldMk cId="985456755" sldId="268"/>
        </pc:sldMkLst>
        <pc:spChg chg="mod">
          <ac:chgData name="Parapon Kammathan" userId="2681aeb867866bc0" providerId="LiveId" clId="{69BD3C8A-7080-47FB-9C93-0E0DAC37A46D}" dt="2026-09-14T05:57:17.172" v="72" actId="1076"/>
          <ac:spMkLst>
            <pc:docMk/>
            <pc:sldMk cId="985456755" sldId="268"/>
            <ac:spMk id="2" creationId="{70BF7259-6638-93E1-F2DC-DCFB7B40B177}"/>
          </ac:spMkLst>
        </pc:spChg>
        <pc:spChg chg="mod">
          <ac:chgData name="Parapon Kammathan" userId="2681aeb867866bc0" providerId="LiveId" clId="{69BD3C8A-7080-47FB-9C93-0E0DAC37A46D}" dt="2026-09-14T05:49:58.590" v="39" actId="20577"/>
          <ac:spMkLst>
            <pc:docMk/>
            <pc:sldMk cId="985456755" sldId="268"/>
            <ac:spMk id="6" creationId="{B7215EAF-5907-6F14-8FCF-C9E796C5E2F5}"/>
          </ac:spMkLst>
        </pc:spChg>
        <pc:spChg chg="del">
          <ac:chgData name="Parapon Kammathan" userId="2681aeb867866bc0" providerId="LiveId" clId="{69BD3C8A-7080-47FB-9C93-0E0DAC37A46D}" dt="2026-09-14T05:49:04.866" v="4" actId="478"/>
          <ac:spMkLst>
            <pc:docMk/>
            <pc:sldMk cId="985456755" sldId="268"/>
            <ac:spMk id="7" creationId="{A404FF1B-7CF8-A24B-6635-47EF76166C09}"/>
          </ac:spMkLst>
        </pc:spChg>
        <pc:spChg chg="del">
          <ac:chgData name="Parapon Kammathan" userId="2681aeb867866bc0" providerId="LiveId" clId="{69BD3C8A-7080-47FB-9C93-0E0DAC37A46D}" dt="2026-09-14T05:49:20.655" v="14" actId="478"/>
          <ac:spMkLst>
            <pc:docMk/>
            <pc:sldMk cId="985456755" sldId="268"/>
            <ac:spMk id="8" creationId="{87680878-552D-58A2-3CBA-9B74AD5CBB13}"/>
          </ac:spMkLst>
        </pc:spChg>
        <pc:spChg chg="del">
          <ac:chgData name="Parapon Kammathan" userId="2681aeb867866bc0" providerId="LiveId" clId="{69BD3C8A-7080-47FB-9C93-0E0DAC37A46D}" dt="2026-09-14T05:49:19.625" v="13" actId="478"/>
          <ac:spMkLst>
            <pc:docMk/>
            <pc:sldMk cId="985456755" sldId="268"/>
            <ac:spMk id="9" creationId="{6E98F484-B789-5E9B-FCE2-BE88F602011F}"/>
          </ac:spMkLst>
        </pc:spChg>
        <pc:spChg chg="del">
          <ac:chgData name="Parapon Kammathan" userId="2681aeb867866bc0" providerId="LiveId" clId="{69BD3C8A-7080-47FB-9C93-0E0DAC37A46D}" dt="2026-09-14T05:49:03.676" v="3" actId="478"/>
          <ac:spMkLst>
            <pc:docMk/>
            <pc:sldMk cId="985456755" sldId="268"/>
            <ac:spMk id="10" creationId="{44244C3F-351A-E40A-FDA3-47C8DA46C5F5}"/>
          </ac:spMkLst>
        </pc:spChg>
        <pc:spChg chg="del">
          <ac:chgData name="Parapon Kammathan" userId="2681aeb867866bc0" providerId="LiveId" clId="{69BD3C8A-7080-47FB-9C93-0E0DAC37A46D}" dt="2026-09-14T05:49:08.492" v="6" actId="478"/>
          <ac:spMkLst>
            <pc:docMk/>
            <pc:sldMk cId="985456755" sldId="268"/>
            <ac:spMk id="11" creationId="{40FB5617-30E7-1EA4-2C65-72F31BD44A13}"/>
          </ac:spMkLst>
        </pc:spChg>
        <pc:spChg chg="del">
          <ac:chgData name="Parapon Kammathan" userId="2681aeb867866bc0" providerId="LiveId" clId="{69BD3C8A-7080-47FB-9C93-0E0DAC37A46D}" dt="2026-09-14T05:49:17.895" v="12" actId="478"/>
          <ac:spMkLst>
            <pc:docMk/>
            <pc:sldMk cId="985456755" sldId="268"/>
            <ac:spMk id="12" creationId="{F026D571-97C1-9CC0-C1C5-BA070C22B936}"/>
          </ac:spMkLst>
        </pc:spChg>
        <pc:spChg chg="del">
          <ac:chgData name="Parapon Kammathan" userId="2681aeb867866bc0" providerId="LiveId" clId="{69BD3C8A-7080-47FB-9C93-0E0DAC37A46D}" dt="2026-09-14T05:49:16.797" v="11" actId="478"/>
          <ac:spMkLst>
            <pc:docMk/>
            <pc:sldMk cId="985456755" sldId="268"/>
            <ac:spMk id="13" creationId="{39DAC4CD-2922-BA16-2212-02488E23A0CF}"/>
          </ac:spMkLst>
        </pc:spChg>
        <pc:spChg chg="del">
          <ac:chgData name="Parapon Kammathan" userId="2681aeb867866bc0" providerId="LiveId" clId="{69BD3C8A-7080-47FB-9C93-0E0DAC37A46D}" dt="2026-09-14T05:49:06.857" v="5" actId="478"/>
          <ac:spMkLst>
            <pc:docMk/>
            <pc:sldMk cId="985456755" sldId="268"/>
            <ac:spMk id="14" creationId="{544407C4-71B9-BB34-80FD-64AF01DDCFC9}"/>
          </ac:spMkLst>
        </pc:spChg>
        <pc:spChg chg="del">
          <ac:chgData name="Parapon Kammathan" userId="2681aeb867866bc0" providerId="LiveId" clId="{69BD3C8A-7080-47FB-9C93-0E0DAC37A46D}" dt="2026-09-14T05:49:11.664" v="8" actId="478"/>
          <ac:spMkLst>
            <pc:docMk/>
            <pc:sldMk cId="985456755" sldId="268"/>
            <ac:spMk id="15" creationId="{03523152-67AC-E7D6-82E8-9EC43FDE8397}"/>
          </ac:spMkLst>
        </pc:spChg>
        <pc:spChg chg="del">
          <ac:chgData name="Parapon Kammathan" userId="2681aeb867866bc0" providerId="LiveId" clId="{69BD3C8A-7080-47FB-9C93-0E0DAC37A46D}" dt="2026-09-14T05:49:15.002" v="10" actId="478"/>
          <ac:spMkLst>
            <pc:docMk/>
            <pc:sldMk cId="985456755" sldId="268"/>
            <ac:spMk id="16" creationId="{7A17D709-4632-FD0C-8F1D-6BF572375655}"/>
          </ac:spMkLst>
        </pc:spChg>
        <pc:spChg chg="del">
          <ac:chgData name="Parapon Kammathan" userId="2681aeb867866bc0" providerId="LiveId" clId="{69BD3C8A-7080-47FB-9C93-0E0DAC37A46D}" dt="2026-09-14T05:49:13.638" v="9" actId="478"/>
          <ac:spMkLst>
            <pc:docMk/>
            <pc:sldMk cId="985456755" sldId="268"/>
            <ac:spMk id="17" creationId="{2C2218CE-6E8C-46BD-2799-AE75C0DF0732}"/>
          </ac:spMkLst>
        </pc:spChg>
        <pc:spChg chg="del">
          <ac:chgData name="Parapon Kammathan" userId="2681aeb867866bc0" providerId="LiveId" clId="{69BD3C8A-7080-47FB-9C93-0E0DAC37A46D}" dt="2026-09-14T05:49:10.119" v="7" actId="478"/>
          <ac:spMkLst>
            <pc:docMk/>
            <pc:sldMk cId="985456755" sldId="268"/>
            <ac:spMk id="18" creationId="{3B7FF130-25E1-5F8A-79E5-D6DC8E3A234F}"/>
          </ac:spMkLst>
        </pc:spChg>
        <pc:spChg chg="add del mod">
          <ac:chgData name="Parapon Kammathan" userId="2681aeb867866bc0" providerId="LiveId" clId="{69BD3C8A-7080-47FB-9C93-0E0DAC37A46D}" dt="2026-09-14T05:55:51.677" v="47" actId="478"/>
          <ac:spMkLst>
            <pc:docMk/>
            <pc:sldMk cId="985456755" sldId="268"/>
            <ac:spMk id="20" creationId="{ED7A0227-0249-84A0-784A-0FF038921365}"/>
          </ac:spMkLst>
        </pc:spChg>
        <pc:spChg chg="add mod">
          <ac:chgData name="Parapon Kammathan" userId="2681aeb867866bc0" providerId="LiveId" clId="{69BD3C8A-7080-47FB-9C93-0E0DAC37A46D}" dt="2026-09-14T05:56:35.030" v="54" actId="207"/>
          <ac:spMkLst>
            <pc:docMk/>
            <pc:sldMk cId="985456755" sldId="268"/>
            <ac:spMk id="21" creationId="{E26F81E5-3755-7072-C70B-37E97C0A6114}"/>
          </ac:spMkLst>
        </pc:spChg>
        <pc:picChg chg="add del mod">
          <ac:chgData name="Parapon Kammathan" userId="2681aeb867866bc0" providerId="LiveId" clId="{69BD3C8A-7080-47FB-9C93-0E0DAC37A46D}" dt="2026-09-14T05:55:02.105" v="45" actId="478"/>
          <ac:picMkLst>
            <pc:docMk/>
            <pc:sldMk cId="985456755" sldId="268"/>
            <ac:picMk id="19" creationId="{0E34E183-8C16-5DD3-5DA8-F30D0E4CD2AC}"/>
          </ac:picMkLst>
        </pc:picChg>
        <pc:picChg chg="add del mod">
          <ac:chgData name="Parapon Kammathan" userId="2681aeb867866bc0" providerId="LiveId" clId="{69BD3C8A-7080-47FB-9C93-0E0DAC37A46D}" dt="2026-09-14T06:01:43.711" v="73" actId="478"/>
          <ac:picMkLst>
            <pc:docMk/>
            <pc:sldMk cId="985456755" sldId="268"/>
            <ac:picMk id="22" creationId="{DC7AEB61-C154-62E1-8368-7410861E095B}"/>
          </ac:picMkLst>
        </pc:picChg>
        <pc:picChg chg="add mod">
          <ac:chgData name="Parapon Kammathan" userId="2681aeb867866bc0" providerId="LiveId" clId="{69BD3C8A-7080-47FB-9C93-0E0DAC37A46D}" dt="2026-09-14T06:02:08.089" v="76" actId="14100"/>
          <ac:picMkLst>
            <pc:docMk/>
            <pc:sldMk cId="985456755" sldId="268"/>
            <ac:picMk id="23" creationId="{62C930E0-D69A-1171-4341-6B711F347365}"/>
          </ac:picMkLst>
        </pc:picChg>
      </pc:sldChg>
      <pc:sldChg chg="new del">
        <pc:chgData name="Parapon Kammathan" userId="2681aeb867866bc0" providerId="LiveId" clId="{69BD3C8A-7080-47FB-9C93-0E0DAC37A46D}" dt="2026-09-14T05:48:46.437" v="1" actId="47"/>
        <pc:sldMkLst>
          <pc:docMk/>
          <pc:sldMk cId="2082476857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4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371600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0">
                <a:solidFill>
                  <a:srgbClr val="C8D0E0"/>
                </a:solidFill>
                <a:latin typeface="TH Sarabun New"/>
                <a:ea typeface="TH Sarabun New"/>
              </a:rPr>
              <a:t>รายงานการพัฒนาพาณิชย์อิเล็กทรอนิกส์สำหรับธุรกิจดิจิทัล</a:t>
            </a:r>
          </a:p>
          <a:p>
            <a:pPr algn="l">
              <a:spcBef>
                <a:spcPts val="1200"/>
              </a:spcBef>
            </a:pPr>
            <a:r>
              <a:rPr sz="4800" b="1">
                <a:solidFill>
                  <a:srgbClr val="FFFFFF"/>
                </a:solidFill>
                <a:latin typeface="TH Sarabun New"/>
                <a:ea typeface="TH Sarabun New"/>
              </a:rPr>
              <a:t>Digital Gift</a:t>
            </a:r>
          </a:p>
          <a:p>
            <a:pPr algn="l">
              <a:spcBef>
                <a:spcPts val="800"/>
              </a:spcBef>
            </a:pPr>
            <a:r>
              <a:rPr sz="2400" b="0">
                <a:solidFill>
                  <a:srgbClr val="E8D5C4"/>
                </a:solidFill>
                <a:latin typeface="TH Sarabun New"/>
                <a:ea typeface="TH Sarabun New"/>
              </a:rPr>
              <a:t>ต้นแบบแพลตฟอร์มของขวัญดิจิทัลเฉพาะบุคคล</a:t>
            </a:r>
          </a:p>
          <a:p>
            <a:pPr algn="l">
              <a:spcBef>
                <a:spcPts val="1600"/>
              </a:spcBef>
            </a:pPr>
            <a:r>
              <a:rPr sz="1600" b="0">
                <a:solidFill>
                  <a:srgbClr val="A8B4C8"/>
                </a:solidFill>
                <a:latin typeface="TH Sarabun New"/>
                <a:ea typeface="TH Sarabun New"/>
              </a:rPr>
              <a:t>Prototype / แบบจำลองระบบ  •  ยังไม่ใช่เว็บบริการเชิงพาณิชย์จริง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77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>
                <a:solidFill>
                  <a:srgbClr val="C8D0E0"/>
                </a:solidFill>
                <a:latin typeface="TH Sarabun New"/>
                <a:ea typeface="TH Sarabun New"/>
              </a:rPr>
              <a:t>วิทยาลัยอาชีวศึกษาขอนแก่น  |  ภาคเรียนที่ 1 ปีการศึกษา 2569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C8D0E0"/>
                </a:solidFill>
                <a:latin typeface="TH Sarabun New"/>
                <a:ea typeface="TH Sarabun New"/>
              </a:rPr>
              <a:t>อาจารย์ที่ปรึกษา: นางชญานิตย์ ภาสว่าง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FFFFFF"/>
                </a:solidFill>
                <a:latin typeface="TH Sarabun New"/>
                <a:ea typeface="TH Sarabun New"/>
              </a:rPr>
              <a:t>จัดทำโดย: ..............................    รหัสนักศึกษา: ..............................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TH Sarabun New"/>
                <a:ea typeface="TH Sarabun New"/>
              </a:rPr>
              <a:t>Digital Gift  |  ต้นแบบแพลตฟอร์มของขวัญดิจิทัลเฉพาะบุคคล  |  2/12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09728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TH Sarabun New"/>
                <a:ea typeface="TH Sarabun New"/>
              </a:rPr>
              <a:t>สถานะของโครงงาน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C45C26"/>
                </a:solidFill>
                <a:latin typeface="TH Sarabun New"/>
                <a:ea typeface="TH Sarabun New"/>
              </a:rPr>
              <a:t>ชี้แจงก่อนนำเสนอ</a:t>
            </a:r>
          </a:p>
          <a:p>
            <a:pPr algn="l">
              <a:spcBef>
                <a:spcPts val="1400"/>
              </a:spcBef>
            </a:pPr>
            <a:r>
              <a:rPr sz="2200" b="0">
                <a:solidFill>
                  <a:srgbClr val="2C2C2C"/>
                </a:solidFill>
                <a:latin typeface="TH Sarabun New"/>
                <a:ea typeface="TH Sarabun New"/>
              </a:rPr>
              <a:t>•  Digital Gift เป็นต้นแบบ (Prototype / แบบจำลองระบบ)</a:t>
            </a:r>
          </a:p>
          <a:p>
            <a:pPr algn="l">
              <a:spcBef>
                <a:spcPts val="1400"/>
              </a:spcBef>
            </a:pPr>
            <a:r>
              <a:rPr sz="2200" b="0">
                <a:solidFill>
                  <a:srgbClr val="2C2C2C"/>
                </a:solidFill>
                <a:latin typeface="TH Sarabun New"/>
                <a:ea typeface="TH Sarabun New"/>
              </a:rPr>
              <a:t>•  ใช้สำหรับเรียนรู้ สาธิต และนำเสนอแนวคิดธุรกิจดิจิทัล</a:t>
            </a:r>
          </a:p>
          <a:p>
            <a:pPr algn="l">
              <a:spcBef>
                <a:spcPts val="1400"/>
              </a:spcBef>
            </a:pPr>
            <a:r>
              <a:rPr sz="2200" b="0">
                <a:solidFill>
                  <a:srgbClr val="2C2C2C"/>
                </a:solidFill>
                <a:latin typeface="TH Sarabun New"/>
                <a:ea typeface="TH Sarabun New"/>
              </a:rPr>
              <a:t>•  มีหน้าเว็บตัวอย่างและระบบแอดมินให้ทดลองใช้งานได้</a:t>
            </a:r>
          </a:p>
          <a:p>
            <a:pPr algn="l">
              <a:spcBef>
                <a:spcPts val="1400"/>
              </a:spcBef>
            </a:pPr>
            <a:r>
              <a:rPr sz="2200" b="0">
                <a:solidFill>
                  <a:srgbClr val="2C2C2C"/>
                </a:solidFill>
                <a:latin typeface="TH Sarabun New"/>
                <a:ea typeface="TH Sarabun New"/>
              </a:rPr>
              <a:t>•  สามารถสาธิตกระบวนการทำงานได้ครบวงจร</a:t>
            </a:r>
          </a:p>
          <a:p>
            <a:pPr algn="l">
              <a:spcBef>
                <a:spcPts val="1400"/>
              </a:spcBef>
            </a:pPr>
            <a:r>
              <a:rPr sz="2200" b="0">
                <a:solidFill>
                  <a:srgbClr val="2C2C2C"/>
                </a:solidFill>
                <a:latin typeface="TH Sarabun New"/>
                <a:ea typeface="TH Sarabun New"/>
              </a:rPr>
              <a:t>•  ยังไม่ได้เปิดเป็นเว็บบริการเชิงพาณิชย์จริงในปัจจุบัน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TH Sarabun New"/>
                <a:ea typeface="TH Sarabun New"/>
              </a:rPr>
              <a:t>Digital Gift  |  ต้นแบบแพลตฟอร์มของขวัญดิจิทัลเฉพาะบุคคล  |  3/12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09728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TH Sarabun New"/>
                <a:ea typeface="TH Sarabun New"/>
              </a:rPr>
              <a:t>ความเป็นมา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B2A4A"/>
                </a:solidFill>
                <a:latin typeface="TH Sarabun New"/>
                <a:ea typeface="TH Sarabun New"/>
              </a:rPr>
              <a:t>1.  พฤติกรรมผู้บริโภค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คนรุ่นใหม่ใช้มือถือและลิงก์ในการสื่อสารและมอบความรู้สึกมากขึ้น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B2A4A"/>
                </a:solidFill>
                <a:latin typeface="TH Sarabun New"/>
                <a:ea typeface="TH Sarabun New"/>
              </a:rPr>
              <a:t>2.  ช่องว่างของตลาด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ของขวัญทั่วไปอาจไม่เฉพาะบุคคล และการส่งข้อความในแชทจางหายเร็ว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976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5262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B2A4A"/>
                </a:solidFill>
                <a:latin typeface="TH Sarabun New"/>
                <a:ea typeface="TH Sarabun New"/>
              </a:rPr>
              <a:t>3.  แนวคิดต้นแบบ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ออกแบบของขวัญดิจิทัลที่เล่นได้ ส่งด้วยลิงก์เดียว และปรับแต่งเฉพาะบุคคล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TH Sarabun New"/>
                <a:ea typeface="TH Sarabun New"/>
              </a:rPr>
              <a:t>Digital Gift  |  ต้นแบบแพลตฟอร์มของขวัญดิจิทัลเฉพาะบุคคล  |  4/12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09728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TH Sarabun New"/>
                <a:ea typeface="TH Sarabun New"/>
              </a:rPr>
              <a:t>ปัญหาและวัตถุประสงค์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9496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2801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>
                <a:solidFill>
                  <a:srgbClr val="C45C26"/>
                </a:solidFill>
                <a:latin typeface="TH Sarabun New"/>
                <a:ea typeface="TH Sarabun New"/>
              </a:rPr>
              <a:t>ปัญหาที่พบ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1. ของขวัญทั่วไปขาดความเป็นส่วนตัว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2. การส่งความรู้สึกผ่านแชทจางหายเร็ว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3. ลูกค้าต้องการทดลองตัวอย่างก่อนตัดสินใจ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4. ผู้ประกอบการรายย่อยทำเว็บเองได้ยาก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>
                <a:solidFill>
                  <a:srgbClr val="C45C26"/>
                </a:solidFill>
                <a:latin typeface="TH Sarabun New"/>
                <a:ea typeface="TH Sarabun New"/>
              </a:rPr>
              <a:t>วัตถุประสงค์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1. พัฒนาต้นแบบเว็บของขวัญดิจิทัล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2. ให้ทดลองเล่น Demo ก่อนสั่งทำ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3. จำลองการรับออเดอร์ผ่าน LINE และการส่งมอบด้วยลิงก์</a:t>
            </a:r>
          </a:p>
          <a:p>
            <a:pPr algn="l">
              <a:spcBef>
                <a:spcPts val="16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4. ประยุกต์แนวคิดอีคอมเมิร์ซกับธุรกิจดิจิทัล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TH Sarabun New"/>
                <a:ea typeface="TH Sarabun New"/>
              </a:rPr>
              <a:t>Digital Gift  |  ต้นแบบแพลตฟอร์มของขวัญดิจิทัลเฉพาะบุคคล  |  5/12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09728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TH Sarabun New"/>
                <a:ea typeface="TH Sarabun New"/>
              </a:rPr>
              <a:t>ขอบเขตของต้นแบบ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C45C26"/>
                </a:solidFill>
                <a:latin typeface="TH Sarabun New"/>
                <a:ea typeface="TH Sarabun New"/>
              </a:rPr>
              <a:t>รูปแบบธุรกิจ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B2C (ผู้บริโภครายบุคคล)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1887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C45C26"/>
                </a:solidFill>
                <a:latin typeface="TH Sarabun New"/>
                <a:ea typeface="TH Sarabun New"/>
              </a:rPr>
              <a:t>ช่องทางสั่งซื้อ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LINE (จำลองกระบวนการ)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155448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C45C26"/>
                </a:solidFill>
                <a:latin typeface="TH Sarabun New"/>
                <a:ea typeface="TH Sarabun New"/>
              </a:rPr>
              <a:t>การส่งมอบ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ลิงก์ของขวัญ + QR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747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C45C26"/>
                </a:solidFill>
                <a:latin typeface="TH Sarabun New"/>
                <a:ea typeface="TH Sarabun New"/>
              </a:rPr>
              <a:t>รูปแบบสินค้า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งานสั่งทำตามเทมเพลต (Custom Order)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4747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384048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C45C26"/>
                </a:solidFill>
                <a:latin typeface="TH Sarabun New"/>
                <a:ea typeface="TH Sarabun New"/>
              </a:rPr>
              <a:t>สิ่งที่ไม่มี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ไม่มีตะกร้าสินค้าแบบร้านค้าทั่วไป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4747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3840480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C45C26"/>
                </a:solidFill>
                <a:latin typeface="TH Sarabun New"/>
                <a:ea typeface="TH Sarabun New"/>
              </a:rPr>
              <a:t>ราคา/ชำระเงิน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เป็นแนวทางจำลองธุรกิจ ยังไม่เปิดขายจริง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TH Sarabun New"/>
                <a:ea typeface="TH Sarabun New"/>
              </a:rPr>
              <a:t>Digital Gift  |  ต้นแบบแพลตฟอร์มของขวัญดิจิทัลเฉพาะบุคคล  |  6/12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09728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TH Sarabun New"/>
                <a:ea typeface="TH Sarabun New"/>
              </a:rPr>
              <a:t>แนวคิดธุรกิจ (Business Model)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3017520" cy="73152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TH Sarabun New"/>
                <a:ea typeface="TH Sarabun New"/>
              </a:rPr>
              <a:t>คุณค่าที่มอบ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14300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77639" y="132588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ของขวัญดิจิทัลเฉพาะบุคคล ส่งผ่านลิงก์เดียว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3017520" cy="73152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TH Sarabun New"/>
                <a:ea typeface="TH Sarabun New"/>
              </a:rPr>
              <a:t>ลูกค้าเป้าหมาย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201168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7639" y="2194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วัยรุ่น–วัยทำงาน ที่ต้องการเซอร์ไพรส์คนสำคัญ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80360"/>
            <a:ext cx="3017520" cy="73152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063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TH Sarabun New"/>
                <a:ea typeface="TH Sarabun New"/>
              </a:rPr>
              <a:t>ช่องทาง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288036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77639" y="306324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เว็บตัวอย่าง (Demo) + 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49039"/>
            <a:ext cx="3017520" cy="73152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TH Sarabun New"/>
                <a:ea typeface="TH Sarabun New"/>
              </a:rPr>
              <a:t>รายได้ (แนวทาง)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39" y="3749039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77639" y="393192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ค่าบริการจัดทำตามเทมเพลต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17720"/>
            <a:ext cx="3017520" cy="73152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4800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TH Sarabun New"/>
                <a:ea typeface="TH Sarabun New"/>
              </a:rPr>
              <a:t>ต้นทุนหลัก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39" y="461772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77639" y="48006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เวลาผลิต / โฮสติ้ง / การสื่อสารลูกค้า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TH Sarabun New"/>
                <a:ea typeface="TH Sarabun New"/>
              </a:rPr>
              <a:t>Digital Gift  |  ต้นแบบแพลตฟอร์มของขวัญดิจิทัลเฉพาะบุคคล  |  7/12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09728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TH Sarabun New"/>
                <a:ea typeface="TH Sarabun New"/>
              </a:rPr>
              <a:t>เทมเพลตของขวัญในต้นแบบ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1234439"/>
            <a:ext cx="411480" cy="41148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29844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H Sarabun New"/>
                <a:ea typeface="TH Sarabun New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26187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1B2A4A"/>
                </a:solidFill>
                <a:latin typeface="TH Sarabun New"/>
                <a:ea typeface="TH Sarabun New"/>
              </a:rPr>
              <a:t>กราดพุงเสืออวยพร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2618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C45C26"/>
                </a:solidFill>
                <a:latin typeface="TH Sarabun New"/>
                <a:ea typeface="TH Sarabun New"/>
              </a:rPr>
              <a:t>59 บาท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874519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7240" y="2011679"/>
            <a:ext cx="411480" cy="41148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0756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H Sarabun New"/>
                <a:ea typeface="TH Sarabun New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03911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1B2A4A"/>
                </a:solidFill>
                <a:latin typeface="TH Sarabun New"/>
                <a:ea typeface="TH Sarabun New"/>
              </a:rPr>
              <a:t>หน้ารำลึกความทรงจำ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03911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C45C26"/>
                </a:solidFill>
                <a:latin typeface="TH Sarabun New"/>
                <a:ea typeface="TH Sarabun New"/>
              </a:rPr>
              <a:t>79 บาท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6517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77240" y="2788920"/>
            <a:ext cx="411480" cy="41148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8529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H Sarabun New"/>
                <a:ea typeface="TH Sarabun New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81635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1B2A4A"/>
                </a:solidFill>
                <a:latin typeface="TH Sarabun New"/>
                <a:ea typeface="TH Sarabun New"/>
              </a:rPr>
              <a:t>เรื่องราวความรัก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8163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C45C26"/>
                </a:solidFill>
                <a:latin typeface="TH Sarabun New"/>
                <a:ea typeface="TH Sarabun New"/>
              </a:rPr>
              <a:t>89 บาท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42900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77240" y="3566160"/>
            <a:ext cx="411480" cy="41148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363016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H Sarabun New"/>
                <a:ea typeface="TH Sarabun New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5935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1B2A4A"/>
                </a:solidFill>
                <a:latin typeface="TH Sarabun New"/>
                <a:ea typeface="TH Sarabun New"/>
              </a:rPr>
              <a:t>ควิซความรักครบชุด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5935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C45C26"/>
                </a:solidFill>
                <a:latin typeface="TH Sarabun New"/>
                <a:ea typeface="TH Sarabun New"/>
              </a:rPr>
              <a:t>99 บาท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2062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77240" y="4343400"/>
            <a:ext cx="411480" cy="411480"/>
          </a:xfrm>
          <a:prstGeom prst="ellipse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407407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H Sarabun New"/>
                <a:ea typeface="TH Sarabun New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370831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1B2A4A"/>
                </a:solidFill>
                <a:latin typeface="TH Sarabun New"/>
                <a:ea typeface="TH Sarabun New"/>
              </a:rPr>
              <a:t>ของขวัญวันเกิด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4370831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C45C26"/>
                </a:solidFill>
                <a:latin typeface="TH Sarabun New"/>
                <a:ea typeface="TH Sarabun New"/>
              </a:rPr>
              <a:t>99 บาท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074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0">
                <a:solidFill>
                  <a:srgbClr val="5A5A5A"/>
                </a:solidFill>
                <a:latin typeface="TH Sarabun New"/>
                <a:ea typeface="TH Sarabun New"/>
              </a:rPr>
              <a:t>หมายเหตุ: ราคาเป็นราคาจำลองสำหรับนำเสนอแนวคิดธุรกิจ  •  ลูกค้าสามารถเล่น Demo ก่อนตัดสินใจได้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TH Sarabun New"/>
                <a:ea typeface="TH Sarabun New"/>
              </a:rPr>
              <a:t>Digital Gift  |  ต้นแบบแพลตฟอร์มของขวัญดิจิทัลเฉพาะบุคคล  |  8/12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09728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TH Sarabun New"/>
                <a:ea typeface="TH Sarabun New"/>
              </a:rPr>
              <a:t>Customer Journey ในแบบจำลอง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828800"/>
            <a:ext cx="21945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148840"/>
            <a:ext cx="822960" cy="8229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TH Sarabun New"/>
                <a:ea typeface="TH Sarabun New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C45C26"/>
                </a:solidFill>
                <a:latin typeface="TH Sarabun New"/>
                <a:ea typeface="TH Sarabun New"/>
              </a:rPr>
              <a:t>ทดลอง Demo</a:t>
            </a:r>
          </a:p>
          <a:p>
            <a:pPr algn="ctr">
              <a:spcBef>
                <a:spcPts val="1000"/>
              </a:spcBef>
            </a:pPr>
            <a:r>
              <a:rPr sz="1500" b="0">
                <a:solidFill>
                  <a:srgbClr val="2C2C2C"/>
                </a:solidFill>
                <a:latin typeface="TH Sarabun New"/>
                <a:ea typeface="TH Sarabun New"/>
              </a:rPr>
              <a:t>เข้าเว็บเล่นตัวอย่าง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60320" y="3200400"/>
            <a:ext cx="256032" cy="256032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43200" y="1828800"/>
            <a:ext cx="21945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429000" y="2148840"/>
            <a:ext cx="822960" cy="8229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9000" y="22860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TH Sarabun New"/>
                <a:ea typeface="TH Sarabun New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2004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C45C26"/>
                </a:solidFill>
                <a:latin typeface="TH Sarabun New"/>
                <a:ea typeface="TH Sarabun New"/>
              </a:rPr>
              <a:t>เลือกแบบ</a:t>
            </a:r>
          </a:p>
          <a:p>
            <a:pPr algn="ctr">
              <a:spcBef>
                <a:spcPts val="1000"/>
              </a:spcBef>
            </a:pPr>
            <a:r>
              <a:rPr sz="1500" b="0">
                <a:solidFill>
                  <a:srgbClr val="2C2C2C"/>
                </a:solidFill>
                <a:latin typeface="TH Sarabun New"/>
                <a:ea typeface="TH Sarabun New"/>
              </a:rPr>
              <a:t>เลือกเทมเพลตที่ชอบ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92040" y="3200400"/>
            <a:ext cx="256032" cy="256032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074920" y="1828800"/>
            <a:ext cx="21945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760720" y="2148840"/>
            <a:ext cx="822960" cy="8229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0" y="22860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TH Sarabun New"/>
                <a:ea typeface="TH Sarabun New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2004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C45C26"/>
                </a:solidFill>
                <a:latin typeface="TH Sarabun New"/>
                <a:ea typeface="TH Sarabun New"/>
              </a:rPr>
              <a:t>ส่งข้อมูล</a:t>
            </a:r>
          </a:p>
          <a:p>
            <a:pPr algn="ctr">
              <a:spcBef>
                <a:spcPts val="1000"/>
              </a:spcBef>
            </a:pPr>
            <a:r>
              <a:rPr sz="1500" b="0">
                <a:solidFill>
                  <a:srgbClr val="2C2C2C"/>
                </a:solidFill>
                <a:latin typeface="TH Sarabun New"/>
                <a:ea typeface="TH Sarabun New"/>
              </a:rPr>
              <a:t>ทัก LINE ส่งชื่อ ข้อความ รูป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23760" y="3200400"/>
            <a:ext cx="256032" cy="256032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06640" y="1828800"/>
            <a:ext cx="21945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092440" y="2148840"/>
            <a:ext cx="822960" cy="8229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92440" y="22860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TH Sarabun New"/>
                <a:ea typeface="TH Sarabun New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32004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C45C26"/>
                </a:solidFill>
                <a:latin typeface="TH Sarabun New"/>
                <a:ea typeface="TH Sarabun New"/>
              </a:rPr>
              <a:t>จัดทำ</a:t>
            </a:r>
          </a:p>
          <a:p>
            <a:pPr algn="ctr">
              <a:spcBef>
                <a:spcPts val="1000"/>
              </a:spcBef>
            </a:pPr>
            <a:r>
              <a:rPr sz="1500" b="0">
                <a:solidFill>
                  <a:srgbClr val="2C2C2C"/>
                </a:solidFill>
                <a:latin typeface="TH Sarabun New"/>
                <a:ea typeface="TH Sarabun New"/>
              </a:rPr>
              <a:t>สร้างของขวัญในแอดมิน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555480" y="3200400"/>
            <a:ext cx="256032" cy="256032"/>
          </a:xfrm>
          <a:prstGeom prst="rightArrow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738359" y="1828800"/>
            <a:ext cx="21945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424159" y="2148840"/>
            <a:ext cx="822960" cy="8229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24159" y="22860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TH Sarabun New"/>
                <a:ea typeface="TH Sarabun New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320040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>
                <a:solidFill>
                  <a:srgbClr val="C45C26"/>
                </a:solidFill>
                <a:latin typeface="TH Sarabun New"/>
                <a:ea typeface="TH Sarabun New"/>
              </a:rPr>
              <a:t>ส่งมอบ</a:t>
            </a:r>
          </a:p>
          <a:p>
            <a:pPr algn="ctr">
              <a:spcBef>
                <a:spcPts val="1000"/>
              </a:spcBef>
            </a:pPr>
            <a:r>
              <a:rPr sz="1500" b="0">
                <a:solidFill>
                  <a:srgbClr val="2C2C2C"/>
                </a:solidFill>
                <a:latin typeface="TH Sarabun New"/>
                <a:ea typeface="TH Sarabun New"/>
              </a:rPr>
              <a:t>ชำระเงิน → ได้ลิงก์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TH Sarabun New"/>
                <a:ea typeface="TH Sarabun New"/>
              </a:rPr>
              <a:t>Digital Gift  |  ต้นแบบแพลตฟอร์มของขวัญดิจิทัลเฉพาะบุคคล  |  9/12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09728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TH Sarabun New"/>
                <a:ea typeface="TH Sarabun New"/>
              </a:rPr>
              <a:t>ระบบและการทำงานของต้นแบบ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0352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>
                <a:solidFill>
                  <a:srgbClr val="C45C26"/>
                </a:solidFill>
                <a:latin typeface="TH Sarabun New"/>
                <a:ea typeface="TH Sarabun New"/>
              </a:rPr>
              <a:t>ฝั่งลูกค้า</a:t>
            </a:r>
          </a:p>
          <a:p>
            <a:pPr algn="l">
              <a:spcBef>
                <a:spcPts val="18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•  หน้าแรกแนะนำบริการและตัวอย่าง</a:t>
            </a:r>
          </a:p>
          <a:p>
            <a:pPr algn="l">
              <a:spcBef>
                <a:spcPts val="18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•  หน้า Demo เล่นเทมเพลตได้ทันที</a:t>
            </a:r>
          </a:p>
          <a:p>
            <a:pPr algn="l">
              <a:spcBef>
                <a:spcPts val="18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•  หน้าของขวัญจริงจากลิงก์เฉพาะ</a:t>
            </a:r>
          </a:p>
          <a:p>
            <a:pPr algn="l">
              <a:spcBef>
                <a:spcPts val="18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•  รองรับการใช้งานบนมือถือ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>
                <a:solidFill>
                  <a:srgbClr val="C45C26"/>
                </a:solidFill>
                <a:latin typeface="TH Sarabun New"/>
                <a:ea typeface="TH Sarabun New"/>
              </a:rPr>
              <a:t>ฝั่งแอดมิน</a:t>
            </a:r>
          </a:p>
          <a:p>
            <a:pPr algn="l">
              <a:spcBef>
                <a:spcPts val="18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•  เข้าสู่ระบบด้วยบัญชีผู้ดูแล</a:t>
            </a:r>
          </a:p>
          <a:p>
            <a:pPr algn="l">
              <a:spcBef>
                <a:spcPts val="18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•  สร้าง / แก้ไข / จัดการของขวัญ</a:t>
            </a:r>
          </a:p>
          <a:p>
            <a:pPr algn="l">
              <a:spcBef>
                <a:spcPts val="18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•  ใส่ชื่อ ข้อความ และรูปตามเทมเพลต</a:t>
            </a:r>
          </a:p>
          <a:p>
            <a:pPr algn="l">
              <a:spcBef>
                <a:spcPts val="1800"/>
              </a:spcBef>
            </a:pPr>
            <a:r>
              <a:rPr sz="1800" b="0">
                <a:solidFill>
                  <a:srgbClr val="2C2C2C"/>
                </a:solidFill>
                <a:latin typeface="TH Sarabun New"/>
                <a:ea typeface="TH Sarabun New"/>
              </a:rPr>
              <a:t>•  เผยแพร่และส่งมอบด้วยลิงก์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TH Sarabun New"/>
                <a:ea typeface="TH Sarabun New"/>
              </a:rPr>
              <a:t>Digital Gift  |  ต้นแบบแพลตฟอร์มของขวัญดิจิทัลเฉพาะบุคคล  |  10/12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09728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TH Sarabun New"/>
                <a:ea typeface="TH Sarabun New"/>
              </a:rPr>
              <a:t>เทคโนโลยีที่ใช้ (Tech Stack)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441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C45C26"/>
                </a:solidFill>
                <a:latin typeface="TH Sarabun New"/>
                <a:ea typeface="TH Sarabun New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34416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0">
                <a:solidFill>
                  <a:srgbClr val="2C2C2C"/>
                </a:solidFill>
                <a:latin typeface="TH Sarabun New"/>
                <a:ea typeface="TH Sarabun New"/>
              </a:rPr>
              <a:t>React + TypeScript + Vite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168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C45C26"/>
                </a:solidFill>
                <a:latin typeface="TH Sarabun New"/>
                <a:ea typeface="TH Sarabun New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21284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0">
                <a:solidFill>
                  <a:srgbClr val="2C2C2C"/>
                </a:solidFill>
                <a:latin typeface="TH Sarabun New"/>
                <a:ea typeface="TH Sarabun New"/>
              </a:rPr>
              <a:t>Go (Chi) + JWT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8036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C45C26"/>
                </a:solidFill>
                <a:latin typeface="TH Sarabun New"/>
                <a:ea typeface="TH Sarabun New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08152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0">
                <a:solidFill>
                  <a:srgbClr val="2C2C2C"/>
                </a:solidFill>
                <a:latin typeface="TH Sarabun New"/>
                <a:ea typeface="TH Sarabun New"/>
              </a:rPr>
              <a:t>PostgreSQL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49039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7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C45C26"/>
                </a:solidFill>
                <a:latin typeface="TH Sarabun New"/>
                <a:ea typeface="TH Sarabun New"/>
              </a:rPr>
              <a:t>ช่องทางสื่อสาร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9502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0">
                <a:solidFill>
                  <a:srgbClr val="2C2C2C"/>
                </a:solidFill>
                <a:latin typeface="TH Sarabun New"/>
                <a:ea typeface="TH Sarabun New"/>
              </a:rPr>
              <a:t>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61772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818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C45C26"/>
                </a:solidFill>
                <a:latin typeface="TH Sarabun New"/>
                <a:ea typeface="TH Sarabun New"/>
              </a:rPr>
              <a:t>ตัวอย่างสาธารณะ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81888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0">
                <a:solidFill>
                  <a:srgbClr val="2C2C2C"/>
                </a:solidFill>
                <a:latin typeface="TH Sarabun New"/>
                <a:ea typeface="TH Sarabun New"/>
              </a:rPr>
              <a:t>GitHub Pages (สำหรับสาธิต)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TH Sarabun New"/>
                <a:ea typeface="TH Sarabun New"/>
              </a:rPr>
              <a:t>Digital Gift  |  ต้นแบบแพลตฟอร์มของขวัญดิจิทัลเฉพาะบุคคล  |  11/12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09728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TH Sarabun New"/>
                <a:ea typeface="TH Sarabun New"/>
              </a:rPr>
              <a:t>จุดเด่น ข้อจำกัด และบทเรียน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36576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2618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TH Sarabun New"/>
                <a:ea typeface="TH Sarabun New"/>
              </a:rPr>
              <a:t>จุดเด่น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2C2C2C"/>
                </a:solidFill>
                <a:latin typeface="TH Sarabun New"/>
                <a:ea typeface="TH Sarabun New"/>
              </a:rPr>
              <a:t>•  เล่น Demo ได้ก่อนตัดสินใจ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2C2C2C"/>
                </a:solidFill>
                <a:latin typeface="TH Sarabun New"/>
                <a:ea typeface="TH Sarabun New"/>
              </a:rPr>
              <a:t>•  ของขวัญเฉพาะบุคคล ส่งด้วยลิงก์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2C2C2C"/>
                </a:solidFill>
                <a:latin typeface="TH Sarabun New"/>
                <a:ea typeface="TH Sarabun New"/>
              </a:rPr>
              <a:t>•  มีหลายเทมเพลต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2C2C2C"/>
                </a:solidFill>
                <a:latin typeface="TH Sarabun New"/>
                <a:ea typeface="TH Sarabun New"/>
              </a:rPr>
              <a:t>•  สาธิตกระบวนการธุรกิจได้ครบ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4300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143000"/>
            <a:ext cx="3657600" cy="6400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2618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TH Sarabun New"/>
                <a:ea typeface="TH Sarabun New"/>
              </a:rPr>
              <a:t>ข้อจำกัด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116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2C2C2C"/>
                </a:solidFill>
                <a:latin typeface="TH Sarabun New"/>
                <a:ea typeface="TH Sarabun New"/>
              </a:rPr>
              <a:t>•  ยังไม่เปิดขายจริง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2C2C2C"/>
                </a:solidFill>
                <a:latin typeface="TH Sarabun New"/>
                <a:ea typeface="TH Sarabun New"/>
              </a:rPr>
              <a:t>•  ชำระเงินยังอยู่นอกระบบ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2C2C2C"/>
                </a:solidFill>
                <a:latin typeface="TH Sarabun New"/>
                <a:ea typeface="TH Sarabun New"/>
              </a:rPr>
              <a:t>•  บางขั้นอาศัยสื่อสารผ่าน LINE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2C2C2C"/>
                </a:solidFill>
                <a:latin typeface="TH Sarabun New"/>
                <a:ea typeface="TH Sarabun New"/>
              </a:rPr>
              <a:t>•  ยังเป็นต้นแบบเพื่อการเรียนรู้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4300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1143000"/>
            <a:ext cx="36576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2618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TH Sarabun New"/>
                <a:ea typeface="TH Sarabun New"/>
              </a:rPr>
              <a:t>บทเรียน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116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2C2C2C"/>
                </a:solidFill>
                <a:latin typeface="TH Sarabun New"/>
                <a:ea typeface="TH Sarabun New"/>
              </a:rPr>
              <a:t>•  การสื่อสารลูกค้าต้องชัดเป็นขั้น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2C2C2C"/>
                </a:solidFill>
                <a:latin typeface="TH Sarabun New"/>
                <a:ea typeface="TH Sarabun New"/>
              </a:rPr>
              <a:t>•  Demo ช่วยให้เข้าใจสินค้าเร็วขึ้น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2C2C2C"/>
                </a:solidFill>
                <a:latin typeface="TH Sarabun New"/>
                <a:ea typeface="TH Sarabun New"/>
              </a:rPr>
              <a:t>•  โครงสร้างระบบควรแยกฝั่งชัดเจน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2C2C2C"/>
                </a:solidFill>
                <a:latin typeface="TH Sarabun New"/>
                <a:ea typeface="TH Sarabun New"/>
              </a:rPr>
              <a:t>•  ธุรกิจดิจิทัลต้องครบทั้งประสบการณ์และกระบวนการ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14652-3E01-DB53-EC82-897166426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BF7259-6638-93E1-F2DC-DCFB7B40B177}"/>
              </a:ext>
            </a:extLst>
          </p:cNvPr>
          <p:cNvSpPr/>
          <p:nvPr/>
        </p:nvSpPr>
        <p:spPr>
          <a:xfrm>
            <a:off x="0" y="-235974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A6460E-07C7-E71E-5F4D-B30C4A291023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37642-4A7B-B1C0-8BEF-2616099454D9}"/>
              </a:ext>
            </a:extLst>
          </p:cNvPr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TH Sarabun New"/>
                <a:ea typeface="TH Sarabun New"/>
              </a:rPr>
              <a:t>Digital Gift  |  ต้นแบบแพลตฟอร์มของขวัญดิจิทัลเฉพาะบุคคล  |  11/12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AA1297-9A3E-4380-2A25-FD5AC05287AF}"/>
              </a:ext>
            </a:extLst>
          </p:cNvPr>
          <p:cNvSpPr/>
          <p:nvPr/>
        </p:nvSpPr>
        <p:spPr>
          <a:xfrm>
            <a:off x="548640" y="6355080"/>
            <a:ext cx="109728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215EAF-5907-6F14-8FCF-C9E796C5E2F5}"/>
              </a:ext>
            </a:extLst>
          </p:cNvPr>
          <p:cNvSpPr txBox="1"/>
          <p:nvPr/>
        </p:nvSpPr>
        <p:spPr>
          <a:xfrm>
            <a:off x="548640" y="32004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3200" b="1" dirty="0">
                <a:solidFill>
                  <a:srgbClr val="1B2A4A"/>
                </a:solidFill>
                <a:latin typeface="TH Sarabun New"/>
                <a:ea typeface="TH Sarabun New"/>
              </a:rPr>
              <a:t>สื่อการนำเสนอ </a:t>
            </a:r>
            <a:r>
              <a:rPr lang="en-US" sz="3200" dirty="0"/>
              <a:t>Digital Gift </a:t>
            </a:r>
            <a:endParaRPr sz="3200" b="1" dirty="0">
              <a:solidFill>
                <a:srgbClr val="1B2A4A"/>
              </a:solidFill>
              <a:latin typeface="TH Sarabun New"/>
              <a:ea typeface="TH Sarabun New"/>
            </a:endParaRPr>
          </a:p>
        </p:txBody>
      </p:sp>
      <p:sp>
        <p:nvSpPr>
          <p:cNvPr id="21" name="สี่เหลี่ยมผืนผ้า 20">
            <a:extLst>
              <a:ext uri="{FF2B5EF4-FFF2-40B4-BE49-F238E27FC236}">
                <a16:creationId xmlns:a16="http://schemas.microsoft.com/office/drawing/2014/main" id="{E26F81E5-3755-7072-C70B-37E97C0A6114}"/>
              </a:ext>
            </a:extLst>
          </p:cNvPr>
          <p:cNvSpPr/>
          <p:nvPr/>
        </p:nvSpPr>
        <p:spPr>
          <a:xfrm>
            <a:off x="1769807" y="1124272"/>
            <a:ext cx="8898193" cy="47397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สื่อDigital Gift Studio">
            <a:hlinkClick r:id="" action="ppaction://media"/>
            <a:extLst>
              <a:ext uri="{FF2B5EF4-FFF2-40B4-BE49-F238E27FC236}">
                <a16:creationId xmlns:a16="http://schemas.microsoft.com/office/drawing/2014/main" id="{62C930E0-D69A-1171-4341-6B711F34736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44877" y="1371600"/>
            <a:ext cx="7047763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456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696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TH Sarabun New"/>
                <a:ea typeface="TH Sarabun New"/>
              </a:rPr>
              <a:t>Digital Gift  |  ต้นแบบแพลตฟอร์มของขวัญดิจิทัลเฉพาะบุคคล  |  12/12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55080"/>
            <a:ext cx="109728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TH Sarabun New"/>
                <a:ea typeface="TH Sarabun New"/>
              </a:rPr>
              <a:t>สรุปและแนวทางต่อยอด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E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>
                <a:solidFill>
                  <a:srgbClr val="C45C26"/>
                </a:solidFill>
                <a:latin typeface="TH Sarabun New"/>
                <a:ea typeface="TH Sarabun New"/>
              </a:rPr>
              <a:t>สรุป</a:t>
            </a:r>
          </a:p>
          <a:p>
            <a:pPr algn="l">
              <a:spcBef>
                <a:spcPts val="1600"/>
              </a:spcBef>
            </a:pPr>
            <a:r>
              <a:rPr sz="1700" b="0">
                <a:solidFill>
                  <a:srgbClr val="2C2C2C"/>
                </a:solidFill>
                <a:latin typeface="TH Sarabun New"/>
                <a:ea typeface="TH Sarabun New"/>
              </a:rPr>
              <a:t>•  พัฒนาต้นแบบ Digital Gift ได้สำเร็จในระดับสาธิต</a:t>
            </a:r>
          </a:p>
          <a:p>
            <a:pPr algn="l">
              <a:spcBef>
                <a:spcPts val="1600"/>
              </a:spcBef>
            </a:pPr>
            <a:r>
              <a:rPr sz="1700" b="0">
                <a:solidFill>
                  <a:srgbClr val="2C2C2C"/>
                </a:solidFill>
                <a:latin typeface="TH Sarabun New"/>
                <a:ea typeface="TH Sarabun New"/>
              </a:rPr>
              <a:t>•  แสดงแนวคิดอีคอมเมิร์ซแบบ B2C + Custom Fulfillment</a:t>
            </a:r>
          </a:p>
          <a:p>
            <a:pPr algn="l">
              <a:spcBef>
                <a:spcPts val="1600"/>
              </a:spcBef>
            </a:pPr>
            <a:r>
              <a:rPr sz="1700" b="0">
                <a:solidFill>
                  <a:srgbClr val="2C2C2C"/>
                </a:solidFill>
                <a:latin typeface="TH Sarabun New"/>
                <a:ea typeface="TH Sarabun New"/>
              </a:rPr>
              <a:t>•  ได้เรียนรู้ทั้งธุรกิจ การสื่อสารลูกค้า และการพัฒนาเว็บ</a:t>
            </a:r>
          </a:p>
          <a:p>
            <a:pPr algn="l">
              <a:spcBef>
                <a:spcPts val="1600"/>
              </a:spcBef>
            </a:pPr>
            <a:r>
              <a:rPr sz="1700" b="0">
                <a:solidFill>
                  <a:srgbClr val="2C2C2C"/>
                </a:solidFill>
                <a:latin typeface="TH Sarabun New"/>
                <a:ea typeface="TH Sarabun New"/>
              </a:rPr>
              <a:t>•  ยังไม่ใช่เว็บบริการจริง แต่พร้อมเป็นฐานต่อยอด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32588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2400" b="1">
                <a:solidFill>
                  <a:srgbClr val="C45C26"/>
                </a:solidFill>
                <a:latin typeface="TH Sarabun New"/>
                <a:ea typeface="TH Sarabun New"/>
              </a:rPr>
              <a:t>แนวทางต่อยอด</a:t>
            </a:r>
          </a:p>
          <a:p>
            <a:pPr algn="l">
              <a:spcBef>
                <a:spcPts val="1600"/>
              </a:spcBef>
            </a:pPr>
            <a:r>
              <a:rPr sz="1700" b="0">
                <a:solidFill>
                  <a:srgbClr val="2C2C2C"/>
                </a:solidFill>
                <a:latin typeface="TH Sarabun New"/>
                <a:ea typeface="TH Sarabun New"/>
              </a:rPr>
              <a:t>•  พัฒนาสู่เว็บบริการจริง</a:t>
            </a:r>
          </a:p>
          <a:p>
            <a:pPr algn="l">
              <a:spcBef>
                <a:spcPts val="1600"/>
              </a:spcBef>
            </a:pPr>
            <a:r>
              <a:rPr sz="1700" b="0">
                <a:solidFill>
                  <a:srgbClr val="2C2C2C"/>
                </a:solidFill>
                <a:latin typeface="TH Sarabun New"/>
                <a:ea typeface="TH Sarabun New"/>
              </a:rPr>
              <a:t>•  เพิ่มระบบชำระเงินในระบบ</a:t>
            </a:r>
          </a:p>
          <a:p>
            <a:pPr algn="l">
              <a:spcBef>
                <a:spcPts val="1600"/>
              </a:spcBef>
            </a:pPr>
            <a:r>
              <a:rPr sz="1700" b="0">
                <a:solidFill>
                  <a:srgbClr val="2C2C2C"/>
                </a:solidFill>
                <a:latin typeface="TH Sarabun New"/>
                <a:ea typeface="TH Sarabun New"/>
              </a:rPr>
              <a:t>•  ขยายเทมเพลตและช่องทางการตลาด</a:t>
            </a:r>
          </a:p>
          <a:p>
            <a:pPr algn="l">
              <a:spcBef>
                <a:spcPts val="1600"/>
              </a:spcBef>
            </a:pPr>
            <a:r>
              <a:rPr sz="1700" b="0">
                <a:solidFill>
                  <a:srgbClr val="2C2C2C"/>
                </a:solidFill>
                <a:latin typeface="TH Sarabun New"/>
                <a:ea typeface="TH Sarabun New"/>
              </a:rPr>
              <a:t>•  ปรับปรุงประสบการณ์มือถือให้สมบูรณ์ขึ้น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TH Sarabun New"/>
                <a:ea typeface="TH Sarabun New"/>
              </a:rPr>
              <a:t>ขอบคุณครับ/ค่ะ ที่รับฟังการนำเสนอ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900</Words>
  <Application>Microsoft Office PowerPoint</Application>
  <PresentationFormat>แบบจอกว้าง</PresentationFormat>
  <Paragraphs>152</Paragraphs>
  <Slides>13</Slides>
  <Notes>0</Notes>
  <HiddenSlides>0</HiddenSlides>
  <MMClips>1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13</vt:i4>
      </vt:variant>
    </vt:vector>
  </HeadingPairs>
  <TitlesOfParts>
    <vt:vector size="17" baseType="lpstr">
      <vt:lpstr>Arial</vt:lpstr>
      <vt:lpstr>Calibri</vt:lpstr>
      <vt:lpstr>TH Sarabun New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Parapon Kammathan</cp:lastModifiedBy>
  <cp:revision>1</cp:revision>
  <dcterms:created xsi:type="dcterms:W3CDTF">2013-01-27T09:14:16Z</dcterms:created>
  <dcterms:modified xsi:type="dcterms:W3CDTF">2026-09-14T06:02:16Z</dcterms:modified>
  <cp:category/>
</cp:coreProperties>
</file>